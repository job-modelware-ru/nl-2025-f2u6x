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8" r:id="rId6"/>
    <p:sldId id="270" r:id="rId7"/>
    <p:sldId id="271" r:id="rId8"/>
    <p:sldId id="273" r:id="rId9"/>
    <p:sldId id="272" r:id="rId10"/>
    <p:sldId id="274" r:id="rId11"/>
    <p:sldId id="27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2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3930" y="1473074"/>
            <a:ext cx="6923558" cy="1954142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ru-RU" sz="3600" dirty="0"/>
              <a:t>Презентация № 4:</a:t>
            </a:r>
            <a:br>
              <a:rPr lang="ru-RU" sz="6300" dirty="0"/>
            </a:br>
            <a:r>
              <a:rPr lang="ru-RU" dirty="0"/>
              <a:t>Практическое применение Ruby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8192" y="3643368"/>
            <a:ext cx="6682768" cy="1312657"/>
          </a:xfrm>
        </p:spPr>
        <p:txBody>
          <a:bodyPr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sz="2600" dirty="0"/>
              <a:t>Выполнила: </a:t>
            </a:r>
            <a:r>
              <a:rPr lang="ru-RU" sz="2600" dirty="0" err="1"/>
              <a:t>Чинь</a:t>
            </a:r>
            <a:r>
              <a:rPr lang="ru-RU" sz="2600" dirty="0"/>
              <a:t> Тхи </a:t>
            </a:r>
            <a:r>
              <a:rPr lang="ru-RU" sz="2600" dirty="0" err="1"/>
              <a:t>Тху</a:t>
            </a:r>
            <a:r>
              <a:rPr lang="ru-RU" sz="2600" dirty="0"/>
              <a:t> </a:t>
            </a:r>
            <a:r>
              <a:rPr lang="ru-RU" sz="2600" dirty="0" err="1"/>
              <a:t>Хоай</a:t>
            </a:r>
            <a:br>
              <a:rPr lang="ru-RU" sz="2600" dirty="0"/>
            </a:br>
            <a:r>
              <a:rPr lang="ru-RU" sz="2600" dirty="0"/>
              <a:t>                        Черняховский Лев Михайлович</a:t>
            </a:r>
          </a:p>
          <a:p>
            <a:pPr algn="l">
              <a:lnSpc>
                <a:spcPct val="90000"/>
              </a:lnSpc>
            </a:pPr>
            <a:r>
              <a:rPr lang="ru-RU" sz="2600" dirty="0"/>
              <a:t>Группа: 5030102/20202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466345"/>
            <a:ext cx="6056111" cy="2202740"/>
          </a:xfrm>
        </p:spPr>
        <p:txBody>
          <a:bodyPr anchor="ctr">
            <a:normAutofit/>
          </a:bodyPr>
          <a:lstStyle/>
          <a:p>
            <a:r>
              <a:rPr lang="ru-RU" dirty="0"/>
              <a:t>Введение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1993392"/>
            <a:ext cx="6056111" cy="3776473"/>
          </a:xfrm>
        </p:spPr>
        <p:txBody>
          <a:bodyPr anchor="t">
            <a:normAutofit/>
          </a:bodyPr>
          <a:lstStyle/>
          <a:p>
            <a:endParaRPr lang="en-US" sz="2100" dirty="0"/>
          </a:p>
          <a:p>
            <a:pPr>
              <a:defRPr sz="1800"/>
            </a:pPr>
            <a:r>
              <a:rPr lang="en-US" sz="2400" dirty="0"/>
              <a:t>Web-</a:t>
            </a:r>
            <a:r>
              <a:rPr lang="ru-RU" sz="2400" dirty="0"/>
              <a:t>разработка: </a:t>
            </a:r>
            <a:r>
              <a:rPr lang="en-US" sz="2400" dirty="0"/>
              <a:t>Ruby on Rails</a:t>
            </a:r>
          </a:p>
          <a:p>
            <a:pPr>
              <a:defRPr sz="1800"/>
            </a:pPr>
            <a:r>
              <a:rPr lang="ru-RU" sz="2400" dirty="0"/>
              <a:t>Лёгкие веб-приложения: </a:t>
            </a:r>
            <a:r>
              <a:rPr lang="en-US" sz="2400" dirty="0"/>
              <a:t>Sinatra</a:t>
            </a:r>
          </a:p>
          <a:p>
            <a:pPr>
              <a:defRPr sz="1800"/>
            </a:pPr>
            <a:r>
              <a:rPr lang="ru-RU" sz="2400" dirty="0"/>
              <a:t>Автоматизация и </a:t>
            </a:r>
            <a:r>
              <a:rPr lang="en-US" sz="2400" dirty="0"/>
              <a:t>DevOps: Chef, Puppet</a:t>
            </a:r>
          </a:p>
          <a:p>
            <a:pPr>
              <a:defRPr sz="1800"/>
            </a:pPr>
            <a:r>
              <a:rPr lang="ru-RU" sz="2400" dirty="0"/>
              <a:t>Скрипты и </a:t>
            </a:r>
            <a:r>
              <a:rPr lang="en-US" sz="2400" dirty="0"/>
              <a:t>CLI‑</a:t>
            </a:r>
            <a:r>
              <a:rPr lang="ru-RU" sz="2400" dirty="0"/>
              <a:t>утилиты</a:t>
            </a:r>
          </a:p>
          <a:p>
            <a:pPr>
              <a:defRPr sz="1800"/>
            </a:pPr>
            <a:r>
              <a:rPr lang="ru-RU" sz="2400" dirty="0"/>
              <a:t>Мини-пример: массовое переименование файлов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-320039"/>
            <a:ext cx="7494270" cy="3655906"/>
          </a:xfrm>
        </p:spPr>
        <p:txBody>
          <a:bodyPr anchor="ctr">
            <a:normAutofit/>
          </a:bodyPr>
          <a:lstStyle/>
          <a:p>
            <a:r>
              <a:rPr lang="ru-RU" dirty="0"/>
              <a:t>Веб-разработка с Ruby </a:t>
            </a:r>
            <a:r>
              <a:rPr lang="ru-RU" dirty="0" err="1"/>
              <a:t>on</a:t>
            </a:r>
            <a:r>
              <a:rPr lang="ru-RU" dirty="0"/>
              <a:t> </a:t>
            </a:r>
            <a:r>
              <a:rPr lang="ru-RU" dirty="0" err="1"/>
              <a:t>Rails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185417"/>
            <a:ext cx="6056111" cy="3584448"/>
          </a:xfrm>
        </p:spPr>
        <p:txBody>
          <a:bodyPr anchor="t">
            <a:normAutofit/>
          </a:bodyPr>
          <a:lstStyle/>
          <a:p>
            <a:endParaRPr lang="ru-RU" sz="2100" dirty="0"/>
          </a:p>
          <a:p>
            <a:pPr marL="0" indent="0">
              <a:buNone/>
            </a:pPr>
            <a:r>
              <a:rPr lang="ru-RU" sz="2400" b="1" dirty="0" err="1"/>
              <a:t>Rails</a:t>
            </a:r>
            <a:r>
              <a:rPr lang="ru-RU" sz="2400" dirty="0"/>
              <a:t> — мощный фреймворк для веб-приложений:</a:t>
            </a:r>
          </a:p>
          <a:p>
            <a:r>
              <a:rPr lang="ru-RU" sz="2400" dirty="0"/>
              <a:t>Архитектура MVC (Model-View-</a:t>
            </a:r>
            <a:r>
              <a:rPr lang="ru-RU" sz="2400" dirty="0" err="1"/>
              <a:t>Controller</a:t>
            </a:r>
            <a:r>
              <a:rPr lang="ru-RU" sz="2400" dirty="0"/>
              <a:t>)</a:t>
            </a:r>
          </a:p>
          <a:p>
            <a:r>
              <a:rPr lang="ru-RU" sz="2400" dirty="0"/>
              <a:t>Быстрая генерация CRUD-приложений</a:t>
            </a:r>
          </a:p>
          <a:p>
            <a:r>
              <a:rPr lang="ru-RU" sz="2400" dirty="0"/>
              <a:t>Поддержка большого количества </a:t>
            </a:r>
            <a:r>
              <a:rPr lang="ru-RU" sz="2400" dirty="0" err="1"/>
              <a:t>gems</a:t>
            </a:r>
            <a:endParaRPr lang="ru-RU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000" dirty="0"/>
              <a:t>Пример команды создания проекта </a:t>
            </a:r>
            <a:r>
              <a:rPr lang="ru-RU" sz="3000" dirty="0" err="1"/>
              <a:t>Rails</a:t>
            </a:r>
            <a:r>
              <a:rPr lang="ru-RU" sz="3000" dirty="0"/>
              <a:t>:</a:t>
            </a:r>
            <a:endParaRPr sz="3000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E1389B10-4E94-E43D-3B52-D1F7A518A9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74723" y="1541018"/>
            <a:ext cx="2534004" cy="181952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92F3D09-772B-BEE4-7393-1E01E5743B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726" y="1231317"/>
            <a:ext cx="2029108" cy="106694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57852E5-A949-0D60-AC95-C0F459CF91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5726" y="2654786"/>
            <a:ext cx="3982006" cy="120031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669B5EE-A6E1-B94B-EC5D-F6D64809EA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5726" y="3978484"/>
            <a:ext cx="5706271" cy="15527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4AE4B8-E917-28D8-A533-DE3E45F09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0FADF0B-D6CC-0DE7-1065-CA2FAF538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46B42391-71EC-8461-7FEE-BDDF5CC5C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C54972-8C14-4345-0DFF-6DB9458D1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BCD53D-3A3B-0B16-8561-BE7DE3A46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930" y="-320039"/>
            <a:ext cx="7357110" cy="3655906"/>
          </a:xfrm>
        </p:spPr>
        <p:txBody>
          <a:bodyPr anchor="ctr">
            <a:normAutofit/>
          </a:bodyPr>
          <a:lstStyle/>
          <a:p>
            <a:r>
              <a:rPr lang="en-US" sz="4000" dirty="0"/>
              <a:t>Sinatra — </a:t>
            </a:r>
            <a:r>
              <a:rPr lang="ru-RU" sz="4000" dirty="0"/>
              <a:t>лёгкий веб-фреймворк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40D95-967F-5D7D-134D-9A7BB822E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930" y="1911096"/>
            <a:ext cx="6056111" cy="3858769"/>
          </a:xfrm>
        </p:spPr>
        <p:txBody>
          <a:bodyPr anchor="t">
            <a:normAutofit/>
          </a:bodyPr>
          <a:lstStyle/>
          <a:p>
            <a:endParaRPr lang="ru-RU" sz="2100" dirty="0"/>
          </a:p>
          <a:p>
            <a:pPr marL="0" indent="0">
              <a:buNone/>
            </a:pPr>
            <a:r>
              <a:rPr lang="vi-VN" sz="2400" dirty="0"/>
              <a:t>S</a:t>
            </a:r>
            <a:r>
              <a:rPr lang="ru-RU" sz="2400" dirty="0" err="1"/>
              <a:t>inatra</a:t>
            </a:r>
            <a:r>
              <a:rPr lang="ru-RU" sz="2400" dirty="0"/>
              <a:t> — более лёгкий и минималистичный фреймворк, чем </a:t>
            </a:r>
            <a:r>
              <a:rPr lang="ru-RU" sz="2400" dirty="0" err="1"/>
              <a:t>Rails</a:t>
            </a:r>
            <a:r>
              <a:rPr lang="ru-RU" sz="2400" dirty="0"/>
              <a:t>. Он подходит для небольших проектов и микросервисов.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EAD02AF-E996-A9E2-3741-F62C62342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8896" y="3800286"/>
            <a:ext cx="2438938" cy="8234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FD4C8D2-0220-C392-A7E5-619A2E0D3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930" y="3773854"/>
            <a:ext cx="3179522" cy="125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473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22B33E-3176-2C8B-C67D-A827C77C6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C716AE9-7A15-788C-BC51-05B9C6EA1C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BA144A5E-EFBE-8F48-227C-CABA04E8C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C109CD-F900-9DD2-A48B-C97FB9B4A1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8D0D6C-8239-E852-63C2-7EEC1AA9B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930" y="-320039"/>
            <a:ext cx="7357110" cy="3655906"/>
          </a:xfrm>
        </p:spPr>
        <p:txBody>
          <a:bodyPr anchor="ctr">
            <a:normAutofit/>
          </a:bodyPr>
          <a:lstStyle/>
          <a:p>
            <a:r>
              <a:rPr lang="ru-RU" sz="4000" dirty="0"/>
              <a:t>Автоматизация и </a:t>
            </a:r>
            <a:r>
              <a:rPr lang="en-US" sz="4000" dirty="0"/>
              <a:t>DevOps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6B14C-2FA5-AE62-ECFA-AFAB56BE8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930" y="1911096"/>
            <a:ext cx="6056111" cy="3858769"/>
          </a:xfrm>
        </p:spPr>
        <p:txBody>
          <a:bodyPr anchor="t">
            <a:normAutofit/>
          </a:bodyPr>
          <a:lstStyle/>
          <a:p>
            <a:endParaRPr lang="ru-RU" sz="2100" dirty="0"/>
          </a:p>
          <a:p>
            <a:pPr marL="0" indent="0">
              <a:buNone/>
            </a:pPr>
            <a:r>
              <a:rPr lang="ru-RU" sz="2400" dirty="0"/>
              <a:t>Ruby активно применяется в </a:t>
            </a:r>
            <a:r>
              <a:rPr lang="ru-RU" sz="2400" dirty="0" err="1"/>
              <a:t>DevOps</a:t>
            </a:r>
            <a:r>
              <a:rPr lang="ru-RU" sz="2400" dirty="0"/>
              <a:t> и автоматизации.</a:t>
            </a:r>
          </a:p>
          <a:p>
            <a:r>
              <a:rPr lang="ru-RU" sz="2400" b="1" dirty="0" err="1"/>
              <a:t>Chef</a:t>
            </a:r>
            <a:r>
              <a:rPr lang="ru-RU" sz="2400" dirty="0"/>
              <a:t> и </a:t>
            </a:r>
            <a:r>
              <a:rPr lang="ru-RU" sz="2400" b="1" dirty="0" err="1"/>
              <a:t>Puppet</a:t>
            </a:r>
            <a:r>
              <a:rPr lang="ru-RU" sz="2400" dirty="0"/>
              <a:t> — инструменты для автоматического развертывания серверов и настройки инфраструктуры.</a:t>
            </a:r>
          </a:p>
          <a:p>
            <a:r>
              <a:rPr lang="ru-RU" sz="2400" dirty="0"/>
              <a:t>Скрипты на Ruby читаются легко, что упрощает поддержку и изменение конфигураций.</a:t>
            </a:r>
          </a:p>
        </p:txBody>
      </p:sp>
    </p:spTree>
    <p:extLst>
      <p:ext uri="{BB962C8B-B14F-4D97-AF65-F5344CB8AC3E}">
        <p14:creationId xmlns:p14="http://schemas.microsoft.com/office/powerpoint/2010/main" val="3129044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0C1CC1-7D22-AAB2-A1C8-1210DA363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1E41F3D-E0E8-D174-4428-099DB0AE7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D60416BE-D5E1-5643-4292-630AA552D8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74AA86-3D85-9C3E-2CE5-3852AF71D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00F3BA-3815-4E7F-986B-FFA25DDF3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930" y="-320039"/>
            <a:ext cx="7357110" cy="3655906"/>
          </a:xfrm>
        </p:spPr>
        <p:txBody>
          <a:bodyPr anchor="ctr">
            <a:normAutofit/>
          </a:bodyPr>
          <a:lstStyle/>
          <a:p>
            <a:r>
              <a:rPr lang="ru-RU" sz="4000" dirty="0"/>
              <a:t>Скрипты и утилиты (</a:t>
            </a:r>
            <a:r>
              <a:rPr lang="en-US" sz="4000" dirty="0"/>
              <a:t>CLI)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48715-F70A-4435-C78A-A6006A011C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930" y="1572768"/>
            <a:ext cx="6056111" cy="4197097"/>
          </a:xfrm>
        </p:spPr>
        <p:txBody>
          <a:bodyPr anchor="t">
            <a:normAutofit/>
          </a:bodyPr>
          <a:lstStyle/>
          <a:p>
            <a:endParaRPr lang="ru-RU" sz="2100" dirty="0"/>
          </a:p>
          <a:p>
            <a:pPr marL="0" indent="0">
              <a:buNone/>
            </a:pPr>
            <a:r>
              <a:rPr lang="ru-RU" sz="2400" dirty="0"/>
              <a:t>Ruby идеально подходит для написания утилит и скриптов.</a:t>
            </a:r>
            <a:br>
              <a:rPr lang="ru-RU" sz="2400" dirty="0"/>
            </a:br>
            <a:r>
              <a:rPr lang="ru-RU" sz="2400" dirty="0"/>
              <a:t>Он умеет работать с файлами, каталогами, текстовыми данными, CSV, JSON, а также взаимодействовать с командной строкой.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81313B2-A500-668B-EBA4-CE377DA19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791" y="4046731"/>
            <a:ext cx="5624803" cy="1723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795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2179D5-8F06-9646-6B2E-6A4C2150B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90D9202-6E53-13AB-B11C-AAF62E1D18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3C2C7EC2-07C0-94EA-FAD3-ED12B9F51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F813E-2E6C-11F3-EAC9-B8E60E17A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653A45-AD12-F9E6-F0EB-EAE520F2D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930" y="-320039"/>
            <a:ext cx="7357110" cy="3655906"/>
          </a:xfrm>
        </p:spPr>
        <p:txBody>
          <a:bodyPr anchor="ctr">
            <a:normAutofit/>
          </a:bodyPr>
          <a:lstStyle/>
          <a:p>
            <a:r>
              <a:rPr lang="ru-RU" sz="4000" dirty="0"/>
              <a:t>Мини-пример: </a:t>
            </a:r>
            <a:br>
              <a:rPr lang="vi-VN" sz="4000" dirty="0"/>
            </a:br>
            <a:r>
              <a:rPr lang="ru-RU" sz="4000" dirty="0"/>
              <a:t>генерация </a:t>
            </a:r>
            <a:r>
              <a:rPr lang="en-US" sz="4000" dirty="0"/>
              <a:t>CSV-</a:t>
            </a:r>
            <a:r>
              <a:rPr lang="ru-RU" sz="4000" dirty="0"/>
              <a:t>отчёта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2081D-2FC4-C105-AC63-AC476B7A1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930" y="1911096"/>
            <a:ext cx="6056111" cy="3858769"/>
          </a:xfrm>
        </p:spPr>
        <p:txBody>
          <a:bodyPr anchor="t">
            <a:normAutofit/>
          </a:bodyPr>
          <a:lstStyle/>
          <a:p>
            <a:endParaRPr lang="ru-RU" sz="2100" dirty="0"/>
          </a:p>
          <a:p>
            <a:pPr marL="0" indent="0">
              <a:buNone/>
            </a:pPr>
            <a:r>
              <a:rPr lang="ru-RU" sz="2400" dirty="0"/>
              <a:t>Ruby идеально подходит для написания утилит и скриптов.</a:t>
            </a:r>
            <a:br>
              <a:rPr lang="ru-RU" sz="2400" dirty="0"/>
            </a:br>
            <a:r>
              <a:rPr lang="ru-RU" sz="2400" dirty="0"/>
              <a:t>Он умеет работать с файлами, каталогами, текстовыми данными, CSV, JSON, а также взаимодействовать с командной строкой.</a:t>
            </a:r>
          </a:p>
        </p:txBody>
      </p:sp>
    </p:spTree>
    <p:extLst>
      <p:ext uri="{BB962C8B-B14F-4D97-AF65-F5344CB8AC3E}">
        <p14:creationId xmlns:p14="http://schemas.microsoft.com/office/powerpoint/2010/main" val="1769504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0CE3BA-8842-85FB-0C40-A00D42BFB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2E378E2-11DC-337F-0E64-E8BD8E1D86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4909AD87-D78B-438D-D519-61FA1336B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A3A3644-995A-C112-4DDC-44221A78B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694B0C-6F53-4ADD-B0E8-537289F30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930" y="-320039"/>
            <a:ext cx="7357110" cy="3655906"/>
          </a:xfrm>
        </p:spPr>
        <p:txBody>
          <a:bodyPr anchor="ctr">
            <a:normAutofit/>
          </a:bodyPr>
          <a:lstStyle/>
          <a:p>
            <a:r>
              <a:rPr lang="ru-RU" sz="4000" dirty="0"/>
              <a:t>Мини-пример: </a:t>
            </a:r>
            <a:br>
              <a:rPr lang="vi-VN" sz="4000" dirty="0"/>
            </a:br>
            <a:r>
              <a:rPr lang="ru-RU" sz="4000" dirty="0"/>
              <a:t>генерация </a:t>
            </a:r>
            <a:r>
              <a:rPr lang="en-US" sz="4000" dirty="0"/>
              <a:t>CSV-</a:t>
            </a:r>
            <a:r>
              <a:rPr lang="ru-RU" sz="4000" dirty="0"/>
              <a:t>отчёта</a:t>
            </a:r>
            <a:endParaRPr lang="en-US" sz="4000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66C31F5-D6B6-1E01-BF65-68B252263C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2616" y="2406539"/>
            <a:ext cx="4954986" cy="246721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CF99C22-AA7D-E322-FF4B-8BC7F23BD5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7120" y="2436048"/>
            <a:ext cx="2152950" cy="122889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46998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88919B-2A53-EA62-1CDB-D12EAB565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EE6079-BBFF-09AE-CE48-E99657F40D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C3D4F3DF-56B3-2B96-40BC-19425F276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BE6A92-B9EA-B992-1AD7-B58219F75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17CC62-90F9-3100-B105-1A18F71BE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930" y="-320039"/>
            <a:ext cx="7357110" cy="3655906"/>
          </a:xfrm>
        </p:spPr>
        <p:txBody>
          <a:bodyPr anchor="ctr">
            <a:normAutofit/>
          </a:bodyPr>
          <a:lstStyle/>
          <a:p>
            <a:r>
              <a:rPr lang="ru-RU" sz="4000" dirty="0"/>
              <a:t>Выводы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15D69-BBAB-F9A5-6702-0BD35CE39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930" y="1911096"/>
            <a:ext cx="6643878" cy="3858769"/>
          </a:xfrm>
        </p:spPr>
        <p:txBody>
          <a:bodyPr anchor="t">
            <a:normAutofit fontScale="62500" lnSpcReduction="20000"/>
          </a:bodyPr>
          <a:lstStyle/>
          <a:p>
            <a:endParaRPr lang="ru-RU" sz="2100" dirty="0"/>
          </a:p>
          <a:p>
            <a:r>
              <a:rPr lang="ru-RU" sz="3800" dirty="0"/>
              <a:t>Ruby универсален — от веб-разработки до </a:t>
            </a:r>
            <a:r>
              <a:rPr lang="ru-RU" sz="3800" dirty="0" err="1"/>
              <a:t>DevOps</a:t>
            </a:r>
            <a:r>
              <a:rPr lang="ru-RU" sz="3800" dirty="0"/>
              <a:t> и утилит.</a:t>
            </a:r>
          </a:p>
          <a:p>
            <a:r>
              <a:rPr lang="ru-RU" sz="3800" dirty="0"/>
              <a:t>Синтаксис читается почти как английский язык, что облегчает освоение.</a:t>
            </a:r>
          </a:p>
          <a:p>
            <a:r>
              <a:rPr lang="ru-RU" sz="3800" dirty="0" err="1"/>
              <a:t>Rails</a:t>
            </a:r>
            <a:r>
              <a:rPr lang="ru-RU" sz="3800" dirty="0"/>
              <a:t> и </a:t>
            </a:r>
            <a:r>
              <a:rPr lang="ru-RU" sz="3800" dirty="0" err="1"/>
              <a:t>Sinatra</a:t>
            </a:r>
            <a:r>
              <a:rPr lang="ru-RU" sz="3800" dirty="0"/>
              <a:t> ускоряют создание веб-приложений.</a:t>
            </a:r>
          </a:p>
          <a:p>
            <a:r>
              <a:rPr lang="ru-RU" sz="3800" dirty="0"/>
              <a:t>Скрипты и утилиты на Ruby помогают автоматизировать рутинные задачи.</a:t>
            </a:r>
          </a:p>
          <a:p>
            <a:r>
              <a:rPr lang="ru-RU" sz="3800" dirty="0"/>
              <a:t>Даже небольшие программы решают задачи, которые в других языках требуют гораздо больше кода.</a:t>
            </a:r>
          </a:p>
        </p:txBody>
      </p:sp>
    </p:spTree>
    <p:extLst>
      <p:ext uri="{BB962C8B-B14F-4D97-AF65-F5344CB8AC3E}">
        <p14:creationId xmlns:p14="http://schemas.microsoft.com/office/powerpoint/2010/main" val="646074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FDC1E3-1070-E2FE-C3A6-EB8F8948E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695FCB7-2AEE-1A57-0B5D-E49171388E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0BC542BD-8477-2515-234E-2B157FA43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1AD11A-BEB1-C136-7B45-3C7AF89D6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0FA946-DB9B-12F6-381C-6A3E7ACCF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930" y="-320039"/>
            <a:ext cx="7357110" cy="3655906"/>
          </a:xfrm>
        </p:spPr>
        <p:txBody>
          <a:bodyPr anchor="ctr">
            <a:normAutofit/>
          </a:bodyPr>
          <a:lstStyle/>
          <a:p>
            <a:r>
              <a:rPr lang="ru-RU" sz="4000" dirty="0"/>
              <a:t>Список литературы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75D03-D44F-F28C-FE55-BDC5AA24D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930" y="1911096"/>
            <a:ext cx="6643878" cy="3858769"/>
          </a:xfrm>
        </p:spPr>
        <p:txBody>
          <a:bodyPr anchor="t">
            <a:normAutofit fontScale="85000" lnSpcReduction="10000"/>
          </a:bodyPr>
          <a:lstStyle/>
          <a:p>
            <a:endParaRPr lang="ru-RU" sz="2100" dirty="0"/>
          </a:p>
          <a:p>
            <a:r>
              <a:rPr lang="en-US" sz="2800" dirty="0"/>
              <a:t>Yukihiro Matsumoto. The Ruby Programming Language</a:t>
            </a:r>
          </a:p>
          <a:p>
            <a:r>
              <a:rPr lang="en-US" sz="2800" dirty="0"/>
              <a:t>Chris Pine — Learn to Program with Ruby </a:t>
            </a:r>
          </a:p>
          <a:p>
            <a:r>
              <a:rPr lang="en-US" sz="2800" dirty="0"/>
              <a:t>https://www.ruby-lang.org(</a:t>
            </a:r>
            <a:r>
              <a:rPr lang="ru-RU" sz="2800" dirty="0"/>
              <a:t>официальный сайт)</a:t>
            </a:r>
            <a:endParaRPr lang="en-US" sz="2800" dirty="0"/>
          </a:p>
          <a:p>
            <a:pPr>
              <a:defRPr sz="1800"/>
            </a:pPr>
            <a:r>
              <a:rPr lang="en-US" sz="2800" dirty="0"/>
              <a:t>https://guides.rubyonrails.org</a:t>
            </a:r>
          </a:p>
          <a:p>
            <a:pPr>
              <a:defRPr sz="1800"/>
            </a:pPr>
            <a:r>
              <a:rPr lang="en-US" sz="2800" dirty="0"/>
              <a:t>https://sinatrarb.com</a:t>
            </a:r>
          </a:p>
          <a:p>
            <a:pPr>
              <a:defRPr sz="1800"/>
            </a:pPr>
            <a:r>
              <a:rPr lang="en-US" sz="2800" dirty="0"/>
              <a:t>https://docs.chef.io</a:t>
            </a:r>
          </a:p>
          <a:p>
            <a:r>
              <a:rPr lang="en-US" sz="2800" dirty="0"/>
              <a:t>https://puppet.com/docs</a:t>
            </a:r>
            <a:br>
              <a:rPr lang="en-US" sz="2800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91447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332</Words>
  <Application>Microsoft Office PowerPoint</Application>
  <PresentationFormat>Экран (4:3)</PresentationFormat>
  <Paragraphs>48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Презентация № 4: Практическое применение Ruby</vt:lpstr>
      <vt:lpstr>Введение</vt:lpstr>
      <vt:lpstr>Веб-разработка с Ruby on Rails</vt:lpstr>
      <vt:lpstr>Пример команды создания проекта Rails:</vt:lpstr>
      <vt:lpstr>Sinatra — лёгкий веб-фреймворк</vt:lpstr>
      <vt:lpstr>Автоматизация и DevOps</vt:lpstr>
      <vt:lpstr>Скрипты и утилиты (CLI)</vt:lpstr>
      <vt:lpstr>Мини-пример:  генерация CSV-отчёта</vt:lpstr>
      <vt:lpstr>Мини-пример:  генерация CSV-отчёта</vt:lpstr>
      <vt:lpstr>Выводы</vt:lpstr>
      <vt:lpstr>Список литературы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Hoài Trịnh</cp:lastModifiedBy>
  <cp:revision>2</cp:revision>
  <dcterms:created xsi:type="dcterms:W3CDTF">2013-01-27T09:14:16Z</dcterms:created>
  <dcterms:modified xsi:type="dcterms:W3CDTF">2025-09-26T22:23:24Z</dcterms:modified>
  <cp:category/>
</cp:coreProperties>
</file>
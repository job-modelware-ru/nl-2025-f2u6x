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894" y="1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3930" y="1252728"/>
            <a:ext cx="6781038" cy="242316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defTabSz="914400">
              <a:lnSpc>
                <a:spcPct val="90000"/>
              </a:lnSpc>
            </a:pP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Презентация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№</a:t>
            </a:r>
            <a:r>
              <a:rPr lang="vi-VN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6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:</a:t>
            </a:r>
            <a:br>
              <a:rPr lang="en-US" sz="3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49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Творчество</a:t>
            </a:r>
            <a:r>
              <a:rPr lang="en-US" sz="4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и </a:t>
            </a:r>
            <a:r>
              <a:rPr lang="en-US" sz="49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продвинутые</a:t>
            </a:r>
            <a:r>
              <a:rPr lang="en-US" sz="4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9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возможности</a:t>
            </a:r>
            <a:r>
              <a:rPr lang="en-US" sz="4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Ruby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3930" y="3739896"/>
            <a:ext cx="6056111" cy="202996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400" dirty="0" err="1">
                <a:solidFill>
                  <a:srgbClr val="808080"/>
                </a:solidFill>
              </a:rPr>
              <a:t>Выполнила</a:t>
            </a:r>
            <a:r>
              <a:rPr lang="en-US" sz="2400" dirty="0">
                <a:solidFill>
                  <a:srgbClr val="808080"/>
                </a:solidFill>
              </a:rPr>
              <a:t>: </a:t>
            </a:r>
            <a:r>
              <a:rPr lang="en-US" sz="2400" dirty="0" err="1">
                <a:solidFill>
                  <a:srgbClr val="808080"/>
                </a:solidFill>
              </a:rPr>
              <a:t>Чинь</a:t>
            </a:r>
            <a:r>
              <a:rPr lang="en-US" sz="2400" dirty="0">
                <a:solidFill>
                  <a:srgbClr val="808080"/>
                </a:solidFill>
              </a:rPr>
              <a:t> </a:t>
            </a:r>
            <a:r>
              <a:rPr lang="en-US" sz="2400" dirty="0" err="1">
                <a:solidFill>
                  <a:srgbClr val="808080"/>
                </a:solidFill>
              </a:rPr>
              <a:t>Тхи</a:t>
            </a:r>
            <a:r>
              <a:rPr lang="en-US" sz="2400" dirty="0">
                <a:solidFill>
                  <a:srgbClr val="808080"/>
                </a:solidFill>
              </a:rPr>
              <a:t> </a:t>
            </a:r>
            <a:r>
              <a:rPr lang="en-US" sz="2400" dirty="0" err="1">
                <a:solidFill>
                  <a:srgbClr val="808080"/>
                </a:solidFill>
              </a:rPr>
              <a:t>Тху</a:t>
            </a:r>
            <a:r>
              <a:rPr lang="en-US" sz="2400" dirty="0">
                <a:solidFill>
                  <a:srgbClr val="808080"/>
                </a:solidFill>
              </a:rPr>
              <a:t> </a:t>
            </a:r>
            <a:r>
              <a:rPr lang="en-US" sz="2400" dirty="0" err="1">
                <a:solidFill>
                  <a:srgbClr val="808080"/>
                </a:solidFill>
              </a:rPr>
              <a:t>Хоай</a:t>
            </a:r>
            <a:br>
              <a:rPr lang="en-US" sz="2400" dirty="0">
                <a:solidFill>
                  <a:srgbClr val="808080"/>
                </a:solidFill>
              </a:rPr>
            </a:br>
            <a:r>
              <a:rPr lang="en-US" sz="2400" dirty="0">
                <a:solidFill>
                  <a:srgbClr val="808080"/>
                </a:solidFill>
              </a:rPr>
              <a:t>                        </a:t>
            </a:r>
            <a:r>
              <a:rPr lang="en-US" sz="2400" dirty="0" err="1">
                <a:solidFill>
                  <a:srgbClr val="808080"/>
                </a:solidFill>
              </a:rPr>
              <a:t>Черняховский</a:t>
            </a:r>
            <a:r>
              <a:rPr lang="en-US" sz="2400" dirty="0">
                <a:solidFill>
                  <a:srgbClr val="808080"/>
                </a:solidFill>
              </a:rPr>
              <a:t> </a:t>
            </a:r>
            <a:r>
              <a:rPr lang="en-US" sz="2400" dirty="0" err="1">
                <a:solidFill>
                  <a:srgbClr val="808080"/>
                </a:solidFill>
              </a:rPr>
              <a:t>Лев</a:t>
            </a:r>
            <a:r>
              <a:rPr lang="en-US" sz="2400" dirty="0">
                <a:solidFill>
                  <a:srgbClr val="808080"/>
                </a:solidFill>
              </a:rPr>
              <a:t> </a:t>
            </a:r>
            <a:r>
              <a:rPr lang="en-US" sz="2400" dirty="0" err="1">
                <a:solidFill>
                  <a:srgbClr val="808080"/>
                </a:solidFill>
              </a:rPr>
              <a:t>Михайлович</a:t>
            </a:r>
            <a:endParaRPr lang="en-US" sz="2400" dirty="0">
              <a:solidFill>
                <a:srgbClr val="808080"/>
              </a:solidFill>
            </a:endParaRPr>
          </a:p>
          <a:p>
            <a:pPr algn="l" defTabSz="914400">
              <a:lnSpc>
                <a:spcPct val="90000"/>
              </a:lnSpc>
            </a:pPr>
            <a:r>
              <a:rPr lang="en-US" sz="2400" dirty="0" err="1">
                <a:solidFill>
                  <a:srgbClr val="808080"/>
                </a:solidFill>
              </a:rPr>
              <a:t>Группа</a:t>
            </a:r>
            <a:r>
              <a:rPr lang="en-US" sz="2400" dirty="0">
                <a:solidFill>
                  <a:srgbClr val="808080"/>
                </a:solidFill>
              </a:rPr>
              <a:t>: 5030102/20202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1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557785"/>
            <a:ext cx="7411974" cy="21113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ru-RU" dirty="0" err="1"/>
              <a:t>Метапрограммирование</a:t>
            </a:r>
            <a:r>
              <a:rPr lang="ru-RU" dirty="0"/>
              <a:t> в </a:t>
            </a:r>
            <a:r>
              <a:rPr lang="en-US" dirty="0"/>
              <a:t>Ruby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084833"/>
            <a:ext cx="7216140" cy="3685032"/>
          </a:xfrm>
        </p:spPr>
        <p:txBody>
          <a:bodyPr anchor="t">
            <a:normAutofit/>
          </a:bodyPr>
          <a:lstStyle/>
          <a:p>
            <a:r>
              <a:rPr lang="ru-RU" sz="2400" dirty="0" err="1"/>
              <a:t>Метапрограммирование</a:t>
            </a:r>
            <a:r>
              <a:rPr lang="ru-RU" sz="2400" dirty="0"/>
              <a:t> — это способность Ruby писать код, который сам создаёт методы и классы.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2466354-3064-F40C-533D-B38F97E86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743" y="2882439"/>
            <a:ext cx="5201080" cy="232080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06E8B53-E637-5894-3099-F421DDC1E0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7742" y="5281091"/>
            <a:ext cx="2350441" cy="566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358379"/>
            <a:ext cx="7622286" cy="198424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DSL (Domain Specific Language)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1856233"/>
            <a:ext cx="7696190" cy="3913632"/>
          </a:xfrm>
        </p:spPr>
        <p:txBody>
          <a:bodyPr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ru-RU" sz="2400" dirty="0"/>
              <a:t>DSL — это мини-язык внутри программы, который делает код читабельным почти как текст или инструкцию.</a:t>
            </a:r>
            <a:endParaRPr lang="en-US" sz="2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296C617-485A-5A01-A4D3-3B9ECA9B4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831" y="2946051"/>
            <a:ext cx="3455894" cy="19842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192518" cy="1292031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ru-RU" dirty="0"/>
              <a:t>Быстрое прототипирование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254823"/>
            <a:ext cx="6056111" cy="2800395"/>
          </a:xfrm>
        </p:spPr>
        <p:txBody>
          <a:bodyPr anchor="t">
            <a:normAutofit/>
          </a:bodyPr>
          <a:lstStyle/>
          <a:p>
            <a:r>
              <a:rPr lang="ru-RU" sz="2400" dirty="0"/>
              <a:t>Ruby идеально подходит для быстрого создания прототипов и экспериментов.</a:t>
            </a:r>
            <a:endParaRPr lang="en-US" sz="2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DE3032E-C6E5-897D-E859-3045E85381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705" y="3099116"/>
            <a:ext cx="5172553" cy="98825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0A6ED72-C299-990D-F94C-C8E5E810A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705" y="4123838"/>
            <a:ext cx="2253533" cy="19244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5450" y="-182878"/>
            <a:ext cx="6056111" cy="26243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Ruby </a:t>
            </a:r>
            <a:r>
              <a:rPr lang="ru-RU" dirty="0"/>
              <a:t>в </a:t>
            </a:r>
            <a:r>
              <a:rPr lang="en-US" dirty="0"/>
              <a:t>Data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1634" y="1543643"/>
            <a:ext cx="7183374" cy="3584448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2600" dirty="0"/>
              <a:t>Обработка данных и визуализация в </a:t>
            </a:r>
            <a:r>
              <a:rPr lang="en-US" sz="2600" dirty="0"/>
              <a:t>Ruby — </a:t>
            </a:r>
            <a:r>
              <a:rPr lang="ru-RU" sz="2600" dirty="0"/>
              <a:t>удобно для прототипов.</a:t>
            </a:r>
          </a:p>
          <a:p>
            <a:pPr>
              <a:lnSpc>
                <a:spcPct val="90000"/>
              </a:lnSpc>
            </a:pPr>
            <a:r>
              <a:rPr lang="en-US" sz="2600" dirty="0"/>
              <a:t>CSV </a:t>
            </a:r>
            <a:r>
              <a:rPr lang="ru-RU" sz="2600" dirty="0"/>
              <a:t>обработка:</a:t>
            </a:r>
          </a:p>
          <a:p>
            <a:pPr>
              <a:lnSpc>
                <a:spcPct val="90000"/>
              </a:lnSpc>
            </a:pPr>
            <a:endParaRPr lang="en-US" sz="26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30D1745-202B-9E1E-6B4A-B82E06485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100" y="2831691"/>
            <a:ext cx="7131266" cy="14477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985C0C2-871A-9652-D818-F1CC2F7ADD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51" y="4442290"/>
            <a:ext cx="2889035" cy="5229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134821"/>
          </a:xfrm>
        </p:spPr>
        <p:txBody>
          <a:bodyPr anchor="ctr">
            <a:normAutofit/>
          </a:bodyPr>
          <a:lstStyle/>
          <a:p>
            <a:r>
              <a:rPr lang="ru-RU" dirty="0"/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922" y="2097613"/>
            <a:ext cx="7128510" cy="2800395"/>
          </a:xfrm>
        </p:spPr>
        <p:txBody>
          <a:bodyPr anchor="t">
            <a:noAutofit/>
          </a:bodyPr>
          <a:lstStyle/>
          <a:p>
            <a:r>
              <a:rPr lang="ru-RU" sz="2600" dirty="0"/>
              <a:t>Ruby — творческий язык</a:t>
            </a:r>
          </a:p>
          <a:p>
            <a:r>
              <a:rPr lang="ru-RU" sz="2600" dirty="0" err="1"/>
              <a:t>Метапрограммирование</a:t>
            </a:r>
            <a:r>
              <a:rPr lang="ru-RU" sz="2600" dirty="0"/>
              <a:t> = код, который пишет код</a:t>
            </a:r>
          </a:p>
          <a:p>
            <a:r>
              <a:rPr lang="ru-RU" sz="2600" dirty="0"/>
              <a:t>DSL = мини-языки внутри программы</a:t>
            </a:r>
          </a:p>
          <a:p>
            <a:r>
              <a:rPr lang="ru-RU" sz="2600" dirty="0"/>
              <a:t>Быстрое прототипирование и эксперименты</a:t>
            </a:r>
          </a:p>
          <a:p>
            <a:r>
              <a:rPr lang="ru-RU" sz="2600" dirty="0"/>
              <a:t>Data Science для прототипов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3698" y="596496"/>
            <a:ext cx="6056111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ru-RU" dirty="0"/>
              <a:t>Список литературы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7082" y="2124323"/>
            <a:ext cx="6056111" cy="2800395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100" dirty="0"/>
              <a:t>David A. Black, The Well-Grounded </a:t>
            </a:r>
            <a:r>
              <a:rPr lang="en-US" sz="2100" dirty="0" err="1"/>
              <a:t>Rubyist</a:t>
            </a:r>
            <a:r>
              <a:rPr lang="en-US" sz="2100" dirty="0"/>
              <a:t>, 2nd Edition</a:t>
            </a:r>
          </a:p>
          <a:p>
            <a:pPr>
              <a:lnSpc>
                <a:spcPct val="90000"/>
              </a:lnSpc>
            </a:pPr>
            <a:r>
              <a:rPr lang="en-US" sz="2100" dirty="0"/>
              <a:t>Paolo Perrotta, Metaprogramming Ruby 2</a:t>
            </a:r>
          </a:p>
          <a:p>
            <a:pPr>
              <a:lnSpc>
                <a:spcPct val="90000"/>
              </a:lnSpc>
            </a:pPr>
            <a:r>
              <a:rPr lang="en-US" sz="2100" dirty="0"/>
              <a:t>Ruby Documentation: https://www.ruby-lang.org/en/documentation/</a:t>
            </a:r>
          </a:p>
          <a:p>
            <a:pPr>
              <a:lnSpc>
                <a:spcPct val="90000"/>
              </a:lnSpc>
            </a:pPr>
            <a:r>
              <a:rPr lang="en-US" sz="2100" dirty="0" err="1"/>
              <a:t>RubyPlot</a:t>
            </a:r>
            <a:r>
              <a:rPr lang="en-US" sz="2100" dirty="0"/>
              <a:t>: https://github.com/rubyplot/rubyplot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165</Words>
  <Application>Microsoft Office PowerPoint</Application>
  <PresentationFormat>Экран (4:3)</PresentationFormat>
  <Paragraphs>23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Презентация №6: Творчество и продвинутые возможности Ruby</vt:lpstr>
      <vt:lpstr>Метапрограммирование в Ruby</vt:lpstr>
      <vt:lpstr>DSL (Domain Specific Language)</vt:lpstr>
      <vt:lpstr>Быстрое прототипирование</vt:lpstr>
      <vt:lpstr>Ruby в Data Science</vt:lpstr>
      <vt:lpstr>Выводы</vt:lpstr>
      <vt:lpstr>Список литературы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Hoài Trịnh</cp:lastModifiedBy>
  <cp:revision>2</cp:revision>
  <dcterms:created xsi:type="dcterms:W3CDTF">2013-01-27T09:14:16Z</dcterms:created>
  <dcterms:modified xsi:type="dcterms:W3CDTF">2025-09-27T11:17:49Z</dcterms:modified>
  <cp:category/>
</cp:coreProperties>
</file>
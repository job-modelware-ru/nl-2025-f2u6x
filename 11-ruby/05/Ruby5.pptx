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222188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600" dirty="0"/>
              <a:t>Презентация №5:</a:t>
            </a:r>
            <a:br>
              <a:rPr lang="ru-RU" sz="6300" dirty="0"/>
            </a:br>
            <a:r>
              <a:rPr lang="ru-RU" dirty="0"/>
              <a:t>Сообщество и библиотеки (</a:t>
            </a:r>
            <a:r>
              <a:rPr lang="ru-RU" dirty="0" err="1"/>
              <a:t>Gems</a:t>
            </a:r>
            <a:r>
              <a:rPr lang="ru-RU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3709615"/>
            <a:ext cx="6558534" cy="1716024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ru-RU" sz="2600" dirty="0"/>
              <a:t>Выполнила: </a:t>
            </a:r>
            <a:r>
              <a:rPr lang="ru-RU" sz="2600" dirty="0" err="1"/>
              <a:t>Чинь</a:t>
            </a:r>
            <a:r>
              <a:rPr lang="ru-RU" sz="2600" dirty="0"/>
              <a:t> Тхи </a:t>
            </a:r>
            <a:r>
              <a:rPr lang="ru-RU" sz="2600" dirty="0" err="1"/>
              <a:t>Тху</a:t>
            </a:r>
            <a:r>
              <a:rPr lang="ru-RU" sz="2600" dirty="0"/>
              <a:t> </a:t>
            </a:r>
            <a:r>
              <a:rPr lang="ru-RU" sz="2600" dirty="0" err="1"/>
              <a:t>Хоай</a:t>
            </a:r>
            <a:br>
              <a:rPr lang="ru-RU" sz="2600" dirty="0"/>
            </a:br>
            <a:r>
              <a:rPr lang="ru-RU" sz="2600" dirty="0"/>
              <a:t>                        Черняховский Лев Михайлович</a:t>
            </a:r>
          </a:p>
          <a:p>
            <a:pPr algn="l">
              <a:lnSpc>
                <a:spcPct val="90000"/>
              </a:lnSpc>
            </a:pPr>
            <a:r>
              <a:rPr lang="ru-RU" sz="2600" dirty="0"/>
              <a:t>Группа: 5030102/20202</a:t>
            </a:r>
          </a:p>
          <a:p>
            <a:pPr algn="l">
              <a:lnSpc>
                <a:spcPct val="90000"/>
              </a:lnSpc>
            </a:pPr>
            <a:endParaRPr lang="ru-R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318165"/>
            <a:ext cx="6056111" cy="2350919"/>
          </a:xfrm>
        </p:spPr>
        <p:txBody>
          <a:bodyPr anchor="ctr">
            <a:normAutofit/>
          </a:bodyPr>
          <a:lstStyle/>
          <a:p>
            <a:r>
              <a:rPr lang="ru-RU" dirty="0"/>
              <a:t>Что такое </a:t>
            </a:r>
            <a:r>
              <a:rPr lang="en-US" dirty="0"/>
              <a:t>gem?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450593"/>
            <a:ext cx="6777990" cy="33192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600" dirty="0" err="1"/>
              <a:t>Gem</a:t>
            </a:r>
            <a:r>
              <a:rPr lang="ru-RU" sz="2600" dirty="0"/>
              <a:t> — это библиотека для Ruby, упакованная в специальный формат.</a:t>
            </a:r>
          </a:p>
          <a:p>
            <a:r>
              <a:rPr lang="ru-RU" sz="2600" dirty="0"/>
              <a:t>содержит код, документацию, тесты, зависимости</a:t>
            </a:r>
            <a:endParaRPr lang="en-US" sz="2600" dirty="0"/>
          </a:p>
          <a:p>
            <a:r>
              <a:rPr lang="ru-RU" sz="2600" dirty="0"/>
              <a:t>нужны, чтобы не писать всё с нуля</a:t>
            </a:r>
            <a:endParaRPr lang="en-US" sz="2600" dirty="0"/>
          </a:p>
          <a:p>
            <a:r>
              <a:rPr lang="ru-RU" sz="2600" dirty="0"/>
              <a:t>подключаются одной строкой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426721"/>
            <a:ext cx="6056111" cy="2242364"/>
          </a:xfrm>
        </p:spPr>
        <p:txBody>
          <a:bodyPr anchor="ctr">
            <a:normAutofit/>
          </a:bodyPr>
          <a:lstStyle/>
          <a:p>
            <a:r>
              <a:rPr lang="ru-RU" dirty="0"/>
              <a:t>Популярные </a:t>
            </a:r>
            <a:r>
              <a:rPr lang="en-US" dirty="0"/>
              <a:t>gems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377441"/>
            <a:ext cx="6056111" cy="3392424"/>
          </a:xfrm>
        </p:spPr>
        <p:txBody>
          <a:bodyPr anchor="t">
            <a:normAutofit/>
          </a:bodyPr>
          <a:lstStyle/>
          <a:p>
            <a:r>
              <a:rPr lang="en-US" sz="2600" dirty="0"/>
              <a:t>Rails — </a:t>
            </a:r>
            <a:r>
              <a:rPr lang="ru-RU" sz="2600" dirty="0"/>
              <a:t>веб-фреймворк</a:t>
            </a:r>
            <a:endParaRPr lang="en-US" sz="2600" dirty="0"/>
          </a:p>
          <a:p>
            <a:r>
              <a:rPr lang="en-US" sz="2600" dirty="0" err="1"/>
              <a:t>Nokogiri</a:t>
            </a:r>
            <a:r>
              <a:rPr lang="en-US" sz="2600" dirty="0"/>
              <a:t> — </a:t>
            </a:r>
            <a:r>
              <a:rPr lang="ru-RU" sz="2600" dirty="0"/>
              <a:t>парсинг </a:t>
            </a:r>
            <a:r>
              <a:rPr lang="en-US" sz="2600" dirty="0"/>
              <a:t>HTML </a:t>
            </a:r>
            <a:r>
              <a:rPr lang="ru-RU" sz="2600" dirty="0"/>
              <a:t>и </a:t>
            </a:r>
            <a:r>
              <a:rPr lang="en-US" sz="2600" dirty="0"/>
              <a:t>XML</a:t>
            </a:r>
          </a:p>
          <a:p>
            <a:r>
              <a:rPr lang="en-US" sz="2600" dirty="0" err="1"/>
              <a:t>HTTParty</a:t>
            </a:r>
            <a:r>
              <a:rPr lang="en-US" sz="2600" dirty="0"/>
              <a:t> — HTTP-</a:t>
            </a:r>
            <a:r>
              <a:rPr lang="ru-RU" sz="2600" dirty="0"/>
              <a:t>запросы</a:t>
            </a:r>
            <a:endParaRPr lang="en-US" sz="2600" dirty="0"/>
          </a:p>
          <a:p>
            <a:r>
              <a:rPr lang="en-US" sz="2600" dirty="0"/>
              <a:t>Faker — </a:t>
            </a:r>
            <a:r>
              <a:rPr lang="ru-RU" sz="2600" dirty="0"/>
              <a:t>генерация случайных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Установка</a:t>
            </a:r>
            <a:r>
              <a:rPr dirty="0"/>
              <a:t> и </a:t>
            </a:r>
            <a:r>
              <a:rPr dirty="0" err="1"/>
              <a:t>использование</a:t>
            </a:r>
            <a:r>
              <a:rPr dirty="0"/>
              <a:t> 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5776"/>
            <a:ext cx="8229600" cy="4870387"/>
          </a:xfrm>
        </p:spPr>
        <p:txBody>
          <a:bodyPr>
            <a:normAutofit/>
          </a:bodyPr>
          <a:lstStyle/>
          <a:p>
            <a:r>
              <a:rPr sz="2400" dirty="0" err="1"/>
              <a:t>Установка</a:t>
            </a:r>
            <a:r>
              <a:rPr sz="2400" dirty="0"/>
              <a:t> </a:t>
            </a:r>
            <a:r>
              <a:rPr sz="2400" dirty="0" err="1"/>
              <a:t>через</a:t>
            </a:r>
            <a:r>
              <a:rPr sz="2400" dirty="0"/>
              <a:t> </a:t>
            </a:r>
            <a:r>
              <a:rPr sz="2400" dirty="0" err="1"/>
              <a:t>RubyGems</a:t>
            </a:r>
            <a:r>
              <a:rPr sz="2400" dirty="0"/>
              <a:t>:</a:t>
            </a:r>
          </a:p>
          <a:p>
            <a:endParaRPr lang="vi-VN" dirty="0"/>
          </a:p>
          <a:p>
            <a:endParaRPr lang="vi-VN" dirty="0"/>
          </a:p>
          <a:p>
            <a:pPr marL="0" indent="0">
              <a:buNone/>
            </a:pPr>
            <a:endParaRPr dirty="0"/>
          </a:p>
          <a:p>
            <a:endParaRPr lang="vi-VN" sz="2400" dirty="0"/>
          </a:p>
          <a:p>
            <a:endParaRPr lang="vi-VN" sz="2400" dirty="0"/>
          </a:p>
          <a:p>
            <a:r>
              <a:rPr sz="2400" dirty="0" err="1"/>
              <a:t>Через</a:t>
            </a:r>
            <a:r>
              <a:rPr sz="2400" dirty="0"/>
              <a:t> </a:t>
            </a:r>
            <a:r>
              <a:rPr sz="2400" dirty="0" err="1"/>
              <a:t>Gemfile</a:t>
            </a:r>
            <a:r>
              <a:rPr sz="2400" dirty="0"/>
              <a:t> и Bundler:</a:t>
            </a:r>
          </a:p>
          <a:p>
            <a:endParaRPr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64AF3D-52CE-F380-3696-FD63FAE0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45" y="1415771"/>
            <a:ext cx="2358989" cy="323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476636-7EBC-7A2D-2AE0-4AB62A77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7" y="1795558"/>
            <a:ext cx="5966501" cy="18047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52792A1-1F7E-AC7E-B184-FCE61E320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27" y="3831178"/>
            <a:ext cx="3219443" cy="5039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640050-4B43-4205-3B21-80806849D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727" y="4790085"/>
            <a:ext cx="4570859" cy="16132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6ACF73-3FC0-C157-56CA-2FE83A53F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9464" y="4825659"/>
            <a:ext cx="1711945" cy="456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207265"/>
            <a:ext cx="7277862" cy="24618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Создание собственного </a:t>
            </a:r>
            <a:r>
              <a:rPr lang="en-US" dirty="0"/>
              <a:t>gem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18B11385-2EE3-E002-4B15-A7BAF8F5C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112" y="2398311"/>
            <a:ext cx="4303014" cy="245532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66DE2A-41A1-D1F1-4B66-6F92BF6D5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11" y="1980071"/>
            <a:ext cx="2537883" cy="362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DE835-A50B-4F3B-2C6F-17412A16F472}"/>
              </a:ext>
            </a:extLst>
          </p:cNvPr>
          <p:cNvSpPr txBox="1"/>
          <p:nvPr/>
        </p:nvSpPr>
        <p:spPr>
          <a:xfrm>
            <a:off x="806619" y="193664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Пример мини-</a:t>
            </a:r>
            <a:r>
              <a:rPr lang="en-US" sz="2400" dirty="0"/>
              <a:t>gem: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8E8EE89-F2F1-539F-10D3-5E6214819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62" y="4987418"/>
            <a:ext cx="3787043" cy="98666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4812B96-8C21-5AC8-7DA4-590DD68C0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898" y="5055218"/>
            <a:ext cx="2943835" cy="510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Пример проекта с несколькими gems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B58957-CA7E-4444-954E-E079D9DB6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589" y="1524944"/>
            <a:ext cx="6917835" cy="39777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BC203F-E445-B7D7-2A7D-8E1A62115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89" y="5610005"/>
            <a:ext cx="5448815" cy="6504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ru-RU" dirty="0"/>
              <a:t>Сообщество </a:t>
            </a:r>
            <a:r>
              <a:rPr lang="en-US" dirty="0"/>
              <a:t>Ruby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669085"/>
            <a:ext cx="6656070" cy="3100780"/>
          </a:xfrm>
        </p:spPr>
        <p:txBody>
          <a:bodyPr anchor="t">
            <a:normAutofit/>
          </a:bodyPr>
          <a:lstStyle/>
          <a:p>
            <a:r>
              <a:rPr lang="ru-RU" sz="2600" dirty="0"/>
              <a:t>rubygems.org — каталог библиотек</a:t>
            </a:r>
            <a:endParaRPr lang="en-US" sz="2600" dirty="0"/>
          </a:p>
          <a:p>
            <a:r>
              <a:rPr lang="ru-RU" sz="2600" dirty="0" err="1"/>
              <a:t>GitHub</a:t>
            </a:r>
            <a:r>
              <a:rPr lang="ru-RU" sz="2600" dirty="0"/>
              <a:t> — проекты с открытым кодом</a:t>
            </a:r>
            <a:endParaRPr lang="en-US" sz="2600" dirty="0"/>
          </a:p>
          <a:p>
            <a:r>
              <a:rPr lang="ru-RU" sz="2600" dirty="0"/>
              <a:t>Конференции </a:t>
            </a:r>
            <a:r>
              <a:rPr lang="ru-RU" sz="2600" dirty="0" err="1"/>
              <a:t>RubyConf</a:t>
            </a:r>
            <a:r>
              <a:rPr lang="ru-RU" sz="2600" dirty="0"/>
              <a:t>, </a:t>
            </a:r>
            <a:r>
              <a:rPr lang="ru-RU" sz="2600" dirty="0" err="1"/>
              <a:t>RailsConf</a:t>
            </a:r>
            <a:endParaRPr lang="en-US" sz="2600" dirty="0"/>
          </a:p>
          <a:p>
            <a:r>
              <a:rPr lang="ru-RU" sz="2600" dirty="0"/>
              <a:t>Локальные митапы и онлайн-сообщество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450593"/>
            <a:ext cx="6056111" cy="3319272"/>
          </a:xfrm>
        </p:spPr>
        <p:txBody>
          <a:bodyPr anchor="t">
            <a:normAutofit/>
          </a:bodyPr>
          <a:lstStyle/>
          <a:p>
            <a:r>
              <a:rPr lang="ru-RU" sz="2600" dirty="0" err="1"/>
              <a:t>Gems</a:t>
            </a:r>
            <a:r>
              <a:rPr lang="ru-RU" sz="2600" dirty="0"/>
              <a:t> — сердце экосистемы Ruby</a:t>
            </a:r>
          </a:p>
          <a:p>
            <a:r>
              <a:rPr lang="ru-RU" sz="2600" dirty="0"/>
              <a:t>Устанавливаются одной командой</a:t>
            </a:r>
          </a:p>
          <a:p>
            <a:r>
              <a:rPr lang="ru-RU" sz="2600" dirty="0"/>
              <a:t>Легко создавать собственные </a:t>
            </a:r>
            <a:r>
              <a:rPr lang="ru-RU" sz="2600" dirty="0" err="1"/>
              <a:t>gems</a:t>
            </a:r>
            <a:endParaRPr lang="ru-RU" sz="2600" dirty="0"/>
          </a:p>
          <a:p>
            <a:r>
              <a:rPr lang="ru-RU" sz="2600" dirty="0"/>
              <a:t>Сообщество активно и дружелюбно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377441"/>
            <a:ext cx="6056111" cy="3392424"/>
          </a:xfrm>
        </p:spPr>
        <p:txBody>
          <a:bodyPr anchor="t">
            <a:normAutofit/>
          </a:bodyPr>
          <a:lstStyle/>
          <a:p>
            <a:r>
              <a:rPr lang="en-US" sz="2600" dirty="0" err="1"/>
              <a:t>RubyGems</a:t>
            </a:r>
            <a:r>
              <a:rPr lang="en-US" sz="2600" dirty="0"/>
              <a:t> </a:t>
            </a:r>
            <a:r>
              <a:rPr lang="vi-VN" sz="2600" dirty="0"/>
              <a:t>-</a:t>
            </a:r>
            <a:r>
              <a:rPr lang="en-US" sz="2600" dirty="0"/>
              <a:t> https://rubygems.org</a:t>
            </a:r>
          </a:p>
          <a:p>
            <a:r>
              <a:rPr lang="en-US" sz="2600" dirty="0"/>
              <a:t>Bundler </a:t>
            </a:r>
            <a:r>
              <a:rPr lang="vi-VN" sz="2600" dirty="0"/>
              <a:t>-</a:t>
            </a:r>
            <a:r>
              <a:rPr lang="en-US" sz="2600" dirty="0"/>
              <a:t> https://bundler.io</a:t>
            </a:r>
          </a:p>
          <a:p>
            <a:r>
              <a:rPr lang="en-US" sz="2600" dirty="0" err="1"/>
              <a:t>Документация</a:t>
            </a:r>
            <a:r>
              <a:rPr lang="en-US" sz="2600" dirty="0"/>
              <a:t> </a:t>
            </a:r>
            <a:r>
              <a:rPr lang="en-US" sz="2600" dirty="0" err="1"/>
              <a:t>HTTParty</a:t>
            </a:r>
            <a:r>
              <a:rPr lang="en-US" sz="2600" dirty="0"/>
              <a:t> </a:t>
            </a:r>
            <a:r>
              <a:rPr lang="vi-VN" sz="2600" dirty="0"/>
              <a:t>-</a:t>
            </a:r>
            <a:r>
              <a:rPr lang="en-US" sz="2600" dirty="0"/>
              <a:t> https://github.com/jnunemaker/httparty</a:t>
            </a:r>
          </a:p>
          <a:p>
            <a:r>
              <a:rPr lang="en-US" sz="2600" dirty="0" err="1"/>
              <a:t>Документация</a:t>
            </a:r>
            <a:r>
              <a:rPr lang="en-US" sz="2600" dirty="0"/>
              <a:t> Faker </a:t>
            </a:r>
            <a:r>
              <a:rPr lang="vi-VN" sz="2600" dirty="0"/>
              <a:t>-</a:t>
            </a:r>
            <a:r>
              <a:rPr lang="en-US" sz="2600" dirty="0"/>
              <a:t> https://github.com/faker-ruby/faker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184</Words>
  <Application>Microsoft Office PowerPoint</Application>
  <PresentationFormat>Экран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№5: Сообщество и библиотеки (Gems)</vt:lpstr>
      <vt:lpstr>Что такое gem?</vt:lpstr>
      <vt:lpstr>Популярные gems</vt:lpstr>
      <vt:lpstr>Установка и использование gem</vt:lpstr>
      <vt:lpstr>Создание собственного gem</vt:lpstr>
      <vt:lpstr>Пример проекта с несколькими gems</vt:lpstr>
      <vt:lpstr>Сообщество Ruby</vt:lpstr>
      <vt:lpstr>Выводы</vt:lpstr>
      <vt:lpstr>Список литературы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Hoài Trịnh</cp:lastModifiedBy>
  <cp:revision>2</cp:revision>
  <dcterms:created xsi:type="dcterms:W3CDTF">2013-01-27T09:14:16Z</dcterms:created>
  <dcterms:modified xsi:type="dcterms:W3CDTF">2025-09-27T10:34:15Z</dcterms:modified>
  <cp:category/>
</cp:coreProperties>
</file>